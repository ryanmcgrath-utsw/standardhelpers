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07"/>
    <p:restoredTop sz="94704"/>
  </p:normalViewPr>
  <p:slideViewPr>
    <p:cSldViewPr snapToGrid="0">
      <p:cViewPr varScale="1">
        <p:scale>
          <a:sx n="138" d="100"/>
          <a:sy n="138" d="100"/>
        </p:scale>
        <p:origin x="200" y="1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9187777-7C35-3326-B51B-185EE2EDC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4214034F-C43F-1FE7-A8CE-72070B4BC9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7F53506F-61A6-ED5F-D44B-279F83374E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24400" y="6492875"/>
            <a:ext cx="2743200" cy="365125"/>
          </a:xfrm>
        </p:spPr>
        <p:txBody>
          <a:bodyPr/>
          <a:lstStyle/>
          <a:p>
            <a:fld id="{DB37E59F-BAFA-754B-A498-128C89575A97}" type="datetimeFigureOut">
              <a:rPr lang="en-US" smtClean="0"/>
              <a:t>9/25/25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619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mallTopImage">
            <a:extLst>
              <a:ext uri="{FF2B5EF4-FFF2-40B4-BE49-F238E27FC236}">
                <a16:creationId xmlns:a16="http://schemas.microsoft.com/office/drawing/2014/main" id="{7C29DB23-56AF-B788-00E4-13ACBC3638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80720" y="0"/>
            <a:ext cx="3952240" cy="34136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MainImage">
            <a:extLst>
              <a:ext uri="{FF2B5EF4-FFF2-40B4-BE49-F238E27FC236}">
                <a16:creationId xmlns:a16="http://schemas.microsoft.com/office/drawing/2014/main" id="{8BA4F913-9ECE-8DE8-3626-FFBC73B8BE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52721" y="218598"/>
            <a:ext cx="6471919" cy="6420803"/>
          </a:xfrm>
        </p:spPr>
        <p:txBody>
          <a:bodyPr/>
          <a:lstStyle/>
          <a:p>
            <a:endParaRPr lang="en-US"/>
          </a:p>
        </p:txBody>
      </p:sp>
      <p:sp>
        <p:nvSpPr>
          <p:cNvPr id="2" name="SmallBottomImage">
            <a:extLst>
              <a:ext uri="{FF2B5EF4-FFF2-40B4-BE49-F238E27FC236}">
                <a16:creationId xmlns:a16="http://schemas.microsoft.com/office/drawing/2014/main" id="{00BA670D-032E-E1D0-B8BA-3838E3CEC42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80720" y="3398678"/>
            <a:ext cx="3952240" cy="3413601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496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l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eftImage">
            <a:extLst>
              <a:ext uri="{FF2B5EF4-FFF2-40B4-BE49-F238E27FC236}">
                <a16:creationId xmlns:a16="http://schemas.microsoft.com/office/drawing/2014/main" id="{7C29DB23-56AF-B788-00E4-13ACBC3638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25437"/>
            <a:ext cx="5994400" cy="6207126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RightImage">
            <a:extLst>
              <a:ext uri="{FF2B5EF4-FFF2-40B4-BE49-F238E27FC236}">
                <a16:creationId xmlns:a16="http://schemas.microsoft.com/office/drawing/2014/main" id="{8BA4F913-9ECE-8DE8-3626-FFBC73B8BE2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97602" y="325437"/>
            <a:ext cx="5994401" cy="6207126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4572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inImage">
            <a:extLst>
              <a:ext uri="{FF2B5EF4-FFF2-40B4-BE49-F238E27FC236}">
                <a16:creationId xmlns:a16="http://schemas.microsoft.com/office/drawing/2014/main" id="{08DC9FF7-161D-E08A-F958-B23F8D443CE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306319" y="0"/>
            <a:ext cx="7579361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528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B0C2FD-6CF8-73EC-C467-6FE981E14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05FB5A-F452-2B5A-A2E4-352909DC1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AC14C8-144D-1DEE-D02B-B4F2A5CF0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37E59F-BAFA-754B-A498-128C89575A97}" type="datetimeFigureOut">
              <a:rPr lang="en-US" smtClean="0"/>
              <a:t>9/25/25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0D167F-445F-2E4F-DCBF-7829CE54B9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BADA0-EB23-7270-F8D3-24C4DD932A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614CB6-BF5B-2D4D-9F21-E6AA620F09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098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0" r:id="rId3"/>
    <p:sldLayoutId id="214748365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2901-6E21-61BE-0D06-CB61C2CDDC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93DAEA-FAE5-826E-E9AC-584B2989A3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45078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Repor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SimpleReport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McGrath</dc:creator>
  <cp:lastModifiedBy>Ryan McGrath</cp:lastModifiedBy>
  <cp:revision>4</cp:revision>
  <dcterms:created xsi:type="dcterms:W3CDTF">2024-06-12T20:24:10Z</dcterms:created>
  <dcterms:modified xsi:type="dcterms:W3CDTF">2025-09-25T19:05:43Z</dcterms:modified>
</cp:coreProperties>
</file>